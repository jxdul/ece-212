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81" r:id="rId4"/>
    <p:sldId id="257" r:id="rId5"/>
    <p:sldId id="259" r:id="rId6"/>
    <p:sldId id="271" r:id="rId7"/>
    <p:sldId id="277" r:id="rId8"/>
    <p:sldId id="282" r:id="rId9"/>
    <p:sldId id="279" r:id="rId10"/>
    <p:sldId id="27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58" d="100"/>
          <a:sy n="58" d="100"/>
        </p:scale>
        <p:origin x="1308" y="7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9D54-60F1-6710-F104-23058E583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C3907-3194-12DA-957E-5B729707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AC2E-102C-DD5E-9069-91969738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BC9D-9487-FF83-A1A9-654F7E7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BF85D-F57D-917A-9D59-61D98786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647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96C4-0B94-673B-6F9F-473095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D0CB-4478-D6A5-5DCA-9454E535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13E4-14DC-348B-3F94-81FCBAAB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0C35-D2E4-755F-A135-57228C0A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30C9-6A6C-7899-3BCF-36A5F23B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151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7917-4FF6-0DE7-286B-8E60FCC2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CB9DE-B55C-D2BF-9863-5FF6B12F8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DFA8-C4D7-0932-6D39-8BE9BAF1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7BB8-92AD-2F90-931C-D1E9934D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8748-2695-F413-4661-4D49C306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4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BEA8-9C86-95CD-8C75-ED52BF7A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042F-746B-3BE0-04F9-12BE8964C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C37B0-6889-457B-8A19-FABC75CF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0F3D5-ECA0-C262-9794-707DDA12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FEA7-07D8-9F6C-C3B6-79B5FFBA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A44C-6633-E55F-13C8-AA8F7C8A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0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A54F-8F40-C71B-C7A1-43A3C8C7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87DAE-1D0B-D008-11DA-8E9A33375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8F257-1127-0125-EC53-C98E52D46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08805-1B46-057A-74DE-671A94328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A4A9E-821D-0555-6F3D-1A7CB7D9E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E7C6-4B3A-5898-7849-2BE4DDF3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6C5B5-EAF4-0879-15AE-8C1BBE8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85CFE-649E-5C80-ACBE-30308B16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19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5355-8FA9-A0E8-5207-45B7A219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B92FC-0720-B101-016F-6469CD0F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2A46-AC1B-C5A7-5711-E437806A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83EC5-4676-A9AF-853B-B6199F49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8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077B-CAC1-5C23-3D8F-862F2ABB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E3688-F9A4-A6F8-2A06-13E8D349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42FF-E6B3-FF62-A0E2-C261EA37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57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7222-A6B2-3BBC-5633-ED12DD22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FED3-D61E-CE51-6365-F8FB3CB54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DC77B-96CB-24CD-5EC5-ED6A4BC6A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89F8D-445C-656A-D8DF-4474B895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31B1-7260-0A7D-3A98-D65D36E3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FF90D-381A-0966-7A8A-99C3CE6D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242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917B-4E89-1649-F0DB-B6A2641F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4EE30-2530-B204-F178-F6C352727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57FF8-EEC3-DFC5-B8F9-13156CFB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C990A-48C1-B7B6-BE25-919E038B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7C337-DBA7-7C07-3C8F-6B7E51AD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19D13-8C3C-D67D-5E96-B248D88D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24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5DD3-22E9-5109-6305-1940FE6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D33D5-DF72-2840-BFE9-B40F9C2E8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82CD4-AA2D-DB3C-C24B-76F98120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15263-57C0-D4AB-3D0B-24D942C6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A05EC-C2E7-3283-7E6D-2331CD3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190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20BE2-AEEE-CE59-8628-BFD513DF8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7D6F8-FCBA-6FB9-4C6A-210E1B22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2689-79F5-F83B-E027-738B4575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90CC-3E03-DFBE-11E8-FD9BE6AF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B293C-7162-8DFE-229E-860BDDF2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46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6C8C-6DA6-24D7-E4F0-7E5C4AB9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4AE23-E841-D677-73C5-ED5BCC66D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D17A6-67B2-E0CB-B5C2-AC182BC6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9879C-891A-4992-BDA7-2A548F0EA948}" type="datetimeFigureOut">
              <a:rPr lang="en-CA" smtClean="0"/>
              <a:t>2026-03-31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9D4D-FA0F-1402-9E1A-8CD8DF4B5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D90E-B1AA-F257-C80C-FC4122C83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06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8F18-7B31-2DA6-2FA4-8097DA7A8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 212 Lab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0DDAD-E39C-08F2-58C0-48AA59F2A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Khashayar Hashemi</a:t>
            </a:r>
          </a:p>
        </p:txBody>
      </p:sp>
    </p:spTree>
    <p:extLst>
      <p:ext uri="{BB962C8B-B14F-4D97-AF65-F5344CB8AC3E}">
        <p14:creationId xmlns:p14="http://schemas.microsoft.com/office/powerpoint/2010/main" val="335695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311A-5C65-DFA8-AE2A-0B4D67FD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0C74-4BF5-AE84-5952-C2388BA64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interface a PCB to the Nucleo-L432KC	board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more experience working with stack and to use it to pass parameters between subroutines</a:t>
            </a:r>
          </a:p>
          <a:p>
            <a:pPr marL="0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16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F52D4-CB56-C475-5A73-D91C4062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D394-B85E-71FB-2DFC-ED7B3175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the LED Array to the Board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51F31C-237E-A29B-52BE-1887C5EB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7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 instructions on the following documents: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4 – How to use Hardware Verification Program (on Canvas)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page of the lab manual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 finished the interfacing, make sure to verify your connections using the verification software. (This step is crucial and has to be done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writing the subroutines.)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0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B721-BC54-1A85-8D22-D63CCDEB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97CBF49-E85C-7092-E811-246331E9ED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lab, you will implement three subroutines: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WelcomePrompt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Convert, and Display.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WelcomePrompt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subroutine asks user for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character.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Convert subroutine replaces the ASCII code of the character with its pattern address.</a:t>
                </a:r>
              </a:p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Display subroutine reads the pattern and displays the character on the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8×8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LED array.</a:t>
                </a:r>
              </a:p>
              <a:p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97CBF49-E85C-7092-E811-246331E9ED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 r="-87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855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C72A-02D1-10A7-D073-9EE7A363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 (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WelcomePrompt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BA3DE-B71C-FB73-CA33-F38538E57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part, you will write a prompt to ask the user for a character.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valid character is either an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uppercase letter (A-Z)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a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 (0-9)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entered character is invalid, an error message should be displayed on MTTTY and the user should be asked to enter the character again.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entered character is valid, the ASCII code of the entered character should be passed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top of the stack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new subroutines are provided:</a:t>
                </a:r>
              </a:p>
              <a:p>
                <a:pPr marL="457200" lvl="1" indent="0">
                  <a:buNone/>
                </a:pPr>
                <a:r>
                  <a:rPr lang="en-CA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getchar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Prompts the user to enter one character and stores the ASCII code of the character entered in register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R0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lvl="1" indent="0">
                  <a:buNone/>
                </a:pPr>
                <a:r>
                  <a:rPr lang="en-CA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putchar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Prints the character whose ASCII code is in register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R0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MTTTY. </a:t>
                </a:r>
                <a:endParaRPr lang="en-CA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CA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CA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BA3DE-B71C-FB73-CA33-F38538E57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 r="-150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138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7904-CBB6-CDB4-E208-27B4A31D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DD9A-34C4-611A-CE04-98C9403A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Message on MITTTY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59239-BED6-F056-A67E-53B2223CA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can write messages on MITTTY by branching to subroutines “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printf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=Hello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printf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Prints the string whose address is in register r0.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Generates a carriage return. 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.data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Hello: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.string “Hello world!”</a:t>
                </a: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59239-BED6-F056-A67E-53B2223CA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801" r="-464" b="-5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92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80E4-4518-6160-753D-2A302C23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63A4-D26B-22B2-57B8-B64D28945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 (Convert)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FA061-E25E-31E6-3810-B2FA87B89E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884737" cy="4076909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ASCII code of the character is passed through the stack from part 1.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part, we will replace the ASCII code with the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character’s pattern.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code for this part will be short. (at most 10 lines)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new subroutines is provided:</a:t>
                </a:r>
              </a:p>
              <a:p>
                <a:pPr marL="457200" lvl="1" indent="0">
                  <a:buNone/>
                </a:pP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convert1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Replaces the character’s ASCII code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top of the stack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address of the character’s pattern.</a:t>
                </a: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FA061-E25E-31E6-3810-B2FA87B89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884737" cy="4076909"/>
              </a:xfrm>
              <a:blipFill>
                <a:blip r:embed="rId2"/>
                <a:stretch>
                  <a:fillRect t="-20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93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0E02-ED07-52FE-0E80-38AFF909C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DD3-5014-B747-BD7D-E895C393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of the Character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E786-A0CB-CA87-A139-27AE359DA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617"/>
            <a:ext cx="10884737" cy="4076909"/>
          </a:xfrm>
        </p:spPr>
        <p:txBody>
          <a:bodyPr>
            <a:normAutofit/>
          </a:bodyPr>
          <a:lstStyle/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character has an 8-byte pattern that is stored somewhere in the memory.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bit in the pattern determines the configuration of an LED (1=ON, 0=OFF).  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Suppose memory location 0x20001000 contains the pattern of character “A”:</a:t>
            </a: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15CC3-2BEA-7E3F-C633-900DD311B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718" y="2934203"/>
            <a:ext cx="2438418" cy="2533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39529-D496-99D7-00E5-B845DD2BED0F}"/>
              </a:ext>
            </a:extLst>
          </p:cNvPr>
          <p:cNvSpPr txBox="1"/>
          <p:nvPr/>
        </p:nvSpPr>
        <p:spPr>
          <a:xfrm>
            <a:off x="4422337" y="2934203"/>
            <a:ext cx="67037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8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Letter_A</a:t>
            </a: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0b00011000	0x18		0x20001000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0b00100100	0x24		0x20001001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0b01000010	0x42		0x20001002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0b01111110	0x7E		0x20001003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0b01000010	0x42		0x20001004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0b01000010	0x42		0x20001005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0b01000010	0x42		0x20001006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Arial" panose="020B0604020202020204" pitchFamily="34" charset="0"/>
              </a:rPr>
              <a:t>.byte 0b01000010	0x42		0x20001007</a:t>
            </a:r>
            <a:endParaRPr lang="en-CA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831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5A7B-CDDB-7785-4003-9792A6B0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F2AF-E111-1385-33F5-1167DA59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 (Display)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24678-CC9F-DA9E-92FD-6F273AE5E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430274" cy="424860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of the pattern is passed through the stack from part 2.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procedure can be used to display the pattern (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one byte of the pattern using LDRB into a register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bits one by one (8 times) by shifting to the right (LSRS) 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extracted bit, use the carry conditions (CS or CC) to check whether it is 1 or 0.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bit is 1, turn the corresponding LED on.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move on to the next bit.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all bits are extracted, go back to step one to load the next byte.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procedure has to be repeated a couple of times (100 for example) so that the pattern can be seen on the LED array for a few seconds.</a:t>
            </a: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4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7BED-F872-9D7E-B673-519FA0F0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A52F-6F11-88AF-00B8-624B85CD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on an 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E858-E747-91A6-06E3-5DC8DF1C9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below turns on and off the LED on column 3 and row 4: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r0,#3 /*move #3 into register R0 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column /*Jump to column subroutine 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r0,#4 /*move #4 into register R0 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row /*Jump to row subroutine 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onled /*jump to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TurnOnLed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subroutine 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r0,#10 /* move delay number into register R0*/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HAL_Delay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/*jump to delay subroutine*/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offled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/*turn off LED*</a:t>
            </a:r>
          </a:p>
          <a:p>
            <a:pPr marL="457200" lvl="1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</a:p>
          <a:p>
            <a:pPr marL="457200" lvl="1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08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16D2-4F3D-7EE2-8F1E-CC2A4CFF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BFB1-E827-5B1A-2750-6F5B13F1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provided subroutines (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…) overwrite registers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r0-r3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registers r4-r11 to store your data.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report for this lab.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lab is done in one week. 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4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849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Consolas</vt:lpstr>
      <vt:lpstr>Courier New</vt:lpstr>
      <vt:lpstr>Times New Roman</vt:lpstr>
      <vt:lpstr>Office Theme</vt:lpstr>
      <vt:lpstr>ECE 212 Lab 4</vt:lpstr>
      <vt:lpstr>Objectives</vt:lpstr>
      <vt:lpstr>Connecting the LED Array to the Board</vt:lpstr>
      <vt:lpstr>Overall Procedure</vt:lpstr>
      <vt:lpstr>Part 1 (WelcomePrompt)</vt:lpstr>
      <vt:lpstr>Displaying Message on MITTTY</vt:lpstr>
      <vt:lpstr>Part 2 (Convert)</vt:lpstr>
      <vt:lpstr>Pattern of the Character</vt:lpstr>
      <vt:lpstr>Part 3 (Display)</vt:lpstr>
      <vt:lpstr>Turning on an LED</vt:lpstr>
      <vt:lpstr>Important!!!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Seyedkhashayar Hashemi</dc:creator>
  <cp:lastModifiedBy>Seyedkhashayar Hashemi</cp:lastModifiedBy>
  <cp:revision>8</cp:revision>
  <dcterms:created xsi:type="dcterms:W3CDTF">2026-02-24T21:29:47Z</dcterms:created>
  <dcterms:modified xsi:type="dcterms:W3CDTF">2026-03-31T21:31:55Z</dcterms:modified>
</cp:coreProperties>
</file>