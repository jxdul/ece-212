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4" r:id="rId8"/>
    <p:sldId id="262" r:id="rId9"/>
    <p:sldId id="263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>
        <p:scale>
          <a:sx n="66" d="100"/>
          <a:sy n="66" d="100"/>
        </p:scale>
        <p:origin x="879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E2F6-45B4-93F4-401C-E67744B1A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EF6CA-97D2-10A6-4D4E-6F1B6135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1D7B-8704-A9B4-945E-9ED1D0A1A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B2076-C38F-6456-8DCF-07CDF035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D42BC-0F73-5213-B86E-9B606BC3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943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326A4-A718-6D21-DC91-5F1471E76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3ED34-4C01-A35E-7275-A107D2B4E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64D8-98BD-159A-E9BD-E33255248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3DC0B-4EEA-70A2-385E-14BAD97F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B8B42-3A1C-19FA-C26B-F6372F8C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3268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AED3-0478-D281-A25E-A39C5EECF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0222B-F4C0-B197-9729-064E4A751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8A611-0F33-5B16-BCAC-018DD156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4B91-B2EA-EBC6-5469-4A7505C1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615AA-9562-42F5-B523-854FCE53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123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FBBC-7C09-666D-9EEB-96C29979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5528-1A5D-0A3F-C6DF-0CBFD7AF6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6770B-8E4B-B96A-9BD7-50051CBDE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16C2F-8B18-4D16-3F23-329CFF7EC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8A968-0036-031D-37A6-D81551087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02DDD-1350-9817-A97D-8AC69D69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719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6D2F4-84BC-636A-58D7-78F2AE3C6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CDC3C-4D23-525E-E8C6-80D6601AB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FD9A9-4594-76C3-7903-79CFD5F5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E4178-5CE6-D003-A14B-3211DEDFA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D5CF8-3D24-914C-A292-9D6D7ED49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D0A946-556C-5F70-2991-9CA37DEB2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6CC25-DA81-70B8-6DC6-75E5FC605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D88747-F066-189F-4AAE-812C270A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3433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5BF8-2C00-7713-9820-F05F84A98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0E03E2-E226-2071-D93B-BB6ED304B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F8D99-5085-EFC2-8945-EE696506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F20CB-D32F-04BD-450D-9BB9292B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919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F8F9B0-9CC0-C6FC-D401-1BA45F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ACF1BB-0415-082C-2458-6D093AD4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31329-3D8A-E519-AA06-D986D2D2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769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92B8E-4174-1229-C07D-8DA4562D2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E5A7C-BE14-5396-E5BE-13822C7B2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20B45-20EF-F3A2-F054-D041AE4C4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D6083-7732-6FC3-9C1A-F4573374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8A41B-749C-A7E8-AF9B-5143FD066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88375-F35C-C42B-8A81-AA1228908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1398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BB132-0D75-71A3-1F46-0F0BE6C2B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B9EB4-2799-AEDE-B60B-EA31A5B5E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14A12-E41A-1FF4-5D36-DE908A1D3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508ED-3BF1-CFCC-4E6A-7981350A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6A63C5-6BBB-805F-8630-708B4964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8BF3C-76C4-6628-C1F5-3130B7E8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5910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8FBA-F7E9-D43B-3774-81849D4E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CE845-5A9E-7161-D9EE-1DAEF6FB2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C2930-FCF5-368F-2F7C-577936FF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D09CC-BEE5-3B38-7EAC-0319DA99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218CE-E3C1-C4BD-A6EB-5437BEA5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7002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7069F0-D0CB-AA70-50B6-7213E6ED8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BD774-4447-1A11-FF5C-9F0B57234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3EC03-8A71-5420-6B5A-2F7B5356E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EA59C-7DF6-0A7A-102D-80A10999B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C320D-58AA-64DB-37A6-A83CDE7D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2077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E852D-37C4-1237-106E-5289B3565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4AE17-ADE2-DDCE-F88D-ADEE1679E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A1D8B-AEA5-C7DC-BE97-281DE5CB1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D5B3F7-0577-47FC-8358-335F104FFC87}" type="datetimeFigureOut">
              <a:rPr lang="en-CA" smtClean="0"/>
              <a:t>2026-02-03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30C72-0E32-74CB-15E5-B517E50BF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EB004-1DE6-68DE-18FD-9BDB8AFE5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E6450-EE6D-446F-9B5C-3B9C0FD57EB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3681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623C-4C84-3F3B-88C6-6491D5E8A3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ECE 212 Lab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B3A5C-F3E4-63C9-EA8D-77EFD2789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Khashayar Hashemi</a:t>
            </a:r>
          </a:p>
        </p:txBody>
      </p:sp>
    </p:spTree>
    <p:extLst>
      <p:ext uri="{BB962C8B-B14F-4D97-AF65-F5344CB8AC3E}">
        <p14:creationId xmlns:p14="http://schemas.microsoft.com/office/powerpoint/2010/main" val="938473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D6B81-56AA-4149-2D92-7C0698F7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B21ED-1A66-533E-A16D-0B6DD89B3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code in assembly language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work with registers and arithmetic operations like SUB and ADD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read from and write at memory and get familiar with memory operations like LDR and STR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implement loops in assembly using branches and labels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99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1818-DE81-1F51-D2C6-DB373FB6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1.A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2B2D3-9A2F-3752-AD04-2630847BE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586029" cy="4351338"/>
          </a:xfrm>
        </p:spPr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one word (32 bits) of data from memory starting from 0x20001000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is valid (‘0’- ‘9’, ‘A’- ‘F’, ‘a’- ‘f’), convert to decimal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is invalid, the result will be -1.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result in the memory starting from 0x20002000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the above procedure until the input is ‘Enter’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43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61DB-2CF9-339F-A043-55F5249B7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Assigning values to registers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95C12-4CDA-4057-11A5-D46DD1A9E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assigning a value to a register, if the value is small, we use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larger values, like memory addresses, we use </a:t>
            </a:r>
            <a:r>
              <a:rPr lang="en-C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An “=” sign is put before the value when using 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Ldr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r0, =0x20002000</a:t>
            </a:r>
          </a:p>
          <a:p>
            <a:pPr marL="0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 r0, #-3</a:t>
            </a:r>
          </a:p>
        </p:txBody>
      </p:sp>
    </p:spTree>
    <p:extLst>
      <p:ext uri="{BB962C8B-B14F-4D97-AF65-F5344CB8AC3E}">
        <p14:creationId xmlns:p14="http://schemas.microsoft.com/office/powerpoint/2010/main" val="279362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F0947-CCA2-C223-877B-3326FE4B8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7A558-98E9-F8B8-293F-63E58EEFC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addition and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subtraction.</a:t>
            </a:r>
          </a:p>
          <a:p>
            <a:pPr marL="0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r2,#5</a:t>
            </a:r>
          </a:p>
          <a:p>
            <a:pPr marL="0" indent="0">
              <a:buNone/>
            </a:pP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r3,#2</a:t>
            </a:r>
          </a:p>
          <a:p>
            <a:pPr marL="0" indent="0">
              <a:buNone/>
            </a:pP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395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DBE56-D097-E90E-8749-EDB26FF56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data from memory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F207A-6451-C683-E4AA-8F8EE35201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12714" cy="4351338"/>
              </a:xfrm>
            </p:spPr>
            <p:txBody>
              <a:bodyPr/>
              <a:lstStyle/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loading data from memory, first we should put the memory address in a register and then use that register to load the value inside another register.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</a:p>
              <a:p>
                <a:pPr marL="0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r0, =0x20002000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This is equivalent to setting r0 to 0x20002000</a:t>
                </a:r>
              </a:p>
              <a:p>
                <a:pPr marL="0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r1, [r0]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This will treat r0 as a memory location, fetch the data from that location and put it inside r1. For example if memory location 0x20002000 contains the value #24, this instruction sets r1 to #24.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EF207A-6451-C683-E4AA-8F8EE35201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12714" cy="4351338"/>
              </a:xfrm>
              <a:blipFill>
                <a:blip r:embed="rId2"/>
                <a:stretch>
                  <a:fillRect l="-1163" t="-2381" r="-110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70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C2BC5-AFCF-D0F4-56E7-4CCCCB0E8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and Branching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9D7D3C-1E9F-82BB-E7D5-D2DD53E9FB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3914" y="1487714"/>
                <a:ext cx="11604171" cy="526256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Branching can be used to jump to a different section of the code. A branch can have conditions or be unconditional.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Write a code that loads 10 words starting from 0x20001000 then exits the loop.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Mov r3, #1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sets r3 to 1</a:t>
                </a:r>
              </a:p>
              <a:p>
                <a:pPr marL="0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r4, =0x20001000</a:t>
                </a:r>
              </a:p>
              <a:p>
                <a:pPr marL="0" indent="0">
                  <a:buNone/>
                </a:pPr>
                <a:r>
                  <a:rPr lang="en-CA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Repeat: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label “Repeat”</a:t>
                </a:r>
              </a:p>
              <a:p>
                <a:pPr marL="0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r1, [r4]</a:t>
                </a:r>
                <a:r>
                  <a:rPr lang="en-CA" b="0" dirty="0"/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Loads the data at memory location r4 and puts it in r1.</a:t>
                </a:r>
              </a:p>
              <a:p>
                <a:pPr marL="0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Cmp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r3,#10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compares r3 with 10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Beq </a:t>
                </a:r>
                <a:r>
                  <a:rPr lang="en-CA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Exit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if r3=10, jump to label “Exit”</a:t>
                </a:r>
                <a:endParaRPr lang="en-CA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 r3, #1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increment r3 by 1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 r4,#4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increment r4 by 4 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</a:t>
                </a:r>
                <a:r>
                  <a:rPr lang="en-CA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Repeat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unconditionally branches to label “Repeat”</a:t>
                </a:r>
                <a:endParaRPr lang="en-CA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CA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Exit: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label “Exit”</a:t>
                </a:r>
                <a:endParaRPr lang="en-CA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9D7D3C-1E9F-82BB-E7D5-D2DD53E9FB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914" y="1487714"/>
                <a:ext cx="11604171" cy="5262563"/>
              </a:xfrm>
              <a:blipFill>
                <a:blip r:embed="rId2"/>
                <a:stretch>
                  <a:fillRect l="-788" t="-278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871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17B2-ECD7-909B-2879-C01B88F7E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Validity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A470B-4F9A-693B-A00C-D3EA9A741B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check validity, we should figure out which range in the ascii table our data belongs to.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Write a program to check whether the data in r0 is in 0 to 47 decimal range (one of the invalid ranges)</a:t>
                </a:r>
              </a:p>
              <a:p>
                <a:pPr marL="0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Cmp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r0, #48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Compares r0 with 48 decimal.</a:t>
                </a:r>
              </a:p>
              <a:p>
                <a:pPr marL="0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Blt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Invalid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Branches to label “Invalid” if r0 is less than (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lt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48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Invalid: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label “Invalid”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A470B-4F9A-693B-A00C-D3EA9A741B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429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457D9-BD36-F6B9-92F5-023E4B52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3CE86-D6A5-139C-821C-7E484E5F5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‘0’ –‘9’ (48 – 57 decimal) should be converted to 0 to 9 decimal.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‘A’ –‘F’ (65 – 70 decimal) should be converted to 10 to 15 decimal.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‘a’ –‘f’ (97 – 102 decimal) should be converted to 10 to 15 decimal.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365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5EFD2-DDF6-BB59-0F43-B32FDA22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data in memory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BA1C8-1C42-070A-ABDC-6CF2CBA01C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storing data in memory we use the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 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instruction. First we should put the memory address in a register and then use that register to store the value of another register in memory.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</a:t>
                </a:r>
              </a:p>
              <a:p>
                <a:pPr marL="0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r0, =0x20003000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This is equivalent to setting r0 to 0x20003000</a:t>
                </a:r>
              </a:p>
              <a:p>
                <a:pPr marL="0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 r1, [r0]</a:t>
                </a:r>
                <a:r>
                  <a:rPr lang="en-CA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This will treat r0 as a memory location, stores the data inside r1 in memory location denoted by r0. For example if r1 contains the value #34, this instruction stores the value #24 in memory location 0x20003000.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8BA1C8-1C42-070A-ABDC-6CF2CBA01C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58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1426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EB91-B52F-0726-36F4-93569745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A4F-422E-22DC-5B26-6DD033BB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1.B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DDB01-1863-FCF4-C35D-0644A00EF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59457" cy="4351338"/>
          </a:xfrm>
        </p:spPr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one word (32 bits) of data from memory starting from 0x20001000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is a lowercase character (‘a’ – ‘z’), convert to uppercase (‘A’ – ‘Z’) and vice versa.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is invalid, the result will be ‘*’.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result in the memory starting from 0x20003000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the above procedure until the input is ‘Enter’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341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F0F32-9C50-4AA9-7F81-3E9D4D874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your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7328-4CD3-9DB0-DD5A-B72A0D668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go through the instructions given in the “How to use the Test Program” file available in Lab 1 section on Canvas.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use debug mode for checking your results using memory monitor and debugging, however the test program is used for final demo.</a:t>
            </a:r>
          </a:p>
        </p:txBody>
      </p:sp>
    </p:spTree>
    <p:extLst>
      <p:ext uri="{BB962C8B-B14F-4D97-AF65-F5344CB8AC3E}">
        <p14:creationId xmlns:p14="http://schemas.microsoft.com/office/powerpoint/2010/main" val="3893611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844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Times New Roman</vt:lpstr>
      <vt:lpstr>Office Theme</vt:lpstr>
      <vt:lpstr>ECE 212 Lab 1</vt:lpstr>
      <vt:lpstr>Objectives</vt:lpstr>
      <vt:lpstr>Lab 1.A</vt:lpstr>
      <vt:lpstr>Assigning values to registers</vt:lpstr>
      <vt:lpstr>Arithmetic Operations</vt:lpstr>
      <vt:lpstr>Loading data from memory</vt:lpstr>
      <vt:lpstr>Labels and Branching</vt:lpstr>
      <vt:lpstr>Checking Validity</vt:lpstr>
      <vt:lpstr>Conversion</vt:lpstr>
      <vt:lpstr>Storing data in memory</vt:lpstr>
      <vt:lpstr>Lab 1.B</vt:lpstr>
      <vt:lpstr>Testing your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Seyedkhashayar Hashemi</dc:creator>
  <cp:lastModifiedBy>Seyedkhashayar Hashemi</cp:lastModifiedBy>
  <cp:revision>2</cp:revision>
  <dcterms:created xsi:type="dcterms:W3CDTF">2026-02-03T16:59:58Z</dcterms:created>
  <dcterms:modified xsi:type="dcterms:W3CDTF">2026-02-03T22:30:26Z</dcterms:modified>
</cp:coreProperties>
</file>